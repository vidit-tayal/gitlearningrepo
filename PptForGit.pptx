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28387-48F9-438D-8AB7-ED4ED08A7A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3D0582-0116-44BA-9503-F0C9514C7B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88264-09B7-4988-A5AB-09115779A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7683F-9EE2-47D4-9FEB-D607C8597958}" type="datetimeFigureOut">
              <a:rPr lang="en-IN" smtClean="0"/>
              <a:t>22-01-2022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5E0F2E-A38F-46EF-B517-D6ABC64C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57AC6-2A91-457D-96DB-410AB657F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16A4E-C791-41FF-9D75-543FD9321C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7593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4605B-BC61-4FBC-B1E2-22CDD9381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983A4-E71D-41A1-B4D5-49C5AF8FB3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923F17-D177-4946-B6BF-51734B5E7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7683F-9EE2-47D4-9FEB-D607C8597958}" type="datetimeFigureOut">
              <a:rPr lang="en-IN" smtClean="0"/>
              <a:t>22-01-2022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EDFD70-1FE0-4157-8E58-C69A476EE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B5DFD5-B3D8-4D7D-9F1A-630301649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16A4E-C791-41FF-9D75-543FD9321C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1128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0379D-2A7B-4DF9-BD45-31F7B51C7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4888-90A2-46B0-9C80-40E79B9A15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526C4-0463-4478-ACA1-164145F3F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7683F-9EE2-47D4-9FEB-D607C8597958}" type="datetimeFigureOut">
              <a:rPr lang="en-IN" smtClean="0"/>
              <a:t>22-01-2022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89085-89D5-496E-9441-E2FA1BC37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875C5B-BC97-45F8-8A89-AA8A40C07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16A4E-C791-41FF-9D75-543FD9321C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7996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ECB05-F206-4573-AF80-99169B8AF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41EF1-AD1A-4061-874B-65442C3E31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4C98A-DE3D-4C8E-B4C8-4FEF0B8024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1F00EA-9DE4-4FE9-884D-DBB0F49A9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7683F-9EE2-47D4-9FEB-D607C8597958}" type="datetimeFigureOut">
              <a:rPr lang="en-IN" smtClean="0"/>
              <a:t>22-01-2022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17BF16-8D60-4171-B233-1FBAFE531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BBA573-99F7-4906-B00B-B9CDDCB74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16A4E-C791-41FF-9D75-543FD9321C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7044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569AB-40F7-445E-9A7C-9E0BA2142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990FB0-DC77-49B9-9062-487CC0E0E6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EAAE74-6660-4C24-8868-633A584FAE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2E05B9-A92C-4B9B-AAF5-F228350D3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ED0FE2-AA94-4CF7-8A5F-AA5DAFE7C5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CF404C-C1DD-400A-85F5-B8835CD78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7683F-9EE2-47D4-9FEB-D607C8597958}" type="datetimeFigureOut">
              <a:rPr lang="en-IN" smtClean="0"/>
              <a:t>22-01-2022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4EFA5D-8A96-4A69-BF62-BF589A11A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C33C81-DFC3-4C18-8ABC-699A47CF5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16A4E-C791-41FF-9D75-543FD9321C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4503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FC1B2-9FE9-4A3E-8966-0B377DF99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4BF6CB-CDD6-4313-ABE9-208337E71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7683F-9EE2-47D4-9FEB-D607C8597958}" type="datetimeFigureOut">
              <a:rPr lang="en-IN" smtClean="0"/>
              <a:t>22-01-2022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B3719F-2ACA-45AD-8837-F4C8DD6C8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876749-9639-4253-BE3D-F741FEF8E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16A4E-C791-41FF-9D75-543FD9321C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1668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D4808A-FCBC-4871-AE6F-8F718F6AD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7683F-9EE2-47D4-9FEB-D607C8597958}" type="datetimeFigureOut">
              <a:rPr lang="en-IN" smtClean="0"/>
              <a:t>22-01-2022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E75F23-AFE2-42E4-8E70-F38B3A150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3E4E34-36A2-40B7-86D9-8D7D0DEDE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16A4E-C791-41FF-9D75-543FD9321C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5529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57881-0AC3-4ADD-A21B-231FB2818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A2C72-FBA0-4198-8AFA-DA8B32225E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81C0C4-8DDF-44F2-965F-B0FF2CCAF1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E037C5-8D1C-4924-B94F-3034B31B0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7683F-9EE2-47D4-9FEB-D607C8597958}" type="datetimeFigureOut">
              <a:rPr lang="en-IN" smtClean="0"/>
              <a:t>22-01-2022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79257A-8C7B-4D39-9FDC-E8AB45CAC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C136D6-B675-4650-965F-1613D841B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16A4E-C791-41FF-9D75-543FD9321C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1516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5BE1A-B99A-4CDF-BF11-9B99F0F3E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C79A1A-32A0-4E74-8BAF-209E8F64FB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6441A0-2D0F-4955-98F6-3347C2757C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C81F6A-0BB6-424D-B9F1-826247FFD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7683F-9EE2-47D4-9FEB-D607C8597958}" type="datetimeFigureOut">
              <a:rPr lang="en-IN" smtClean="0"/>
              <a:t>22-01-2022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8CFF63-F077-48A7-90F3-E54C726C2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B37FF4-AEF9-4DBE-96C0-D48E799B8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16A4E-C791-41FF-9D75-543FD9321C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82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E7B62-E2F4-4D92-96EC-A14FB2634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CCFE2E-1FC0-4E90-926A-08BEC0C7D4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205AA3-BE87-46D3-9D52-6F9949F70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7683F-9EE2-47D4-9FEB-D607C8597958}" type="datetimeFigureOut">
              <a:rPr lang="en-IN" smtClean="0"/>
              <a:t>22-01-2022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22CEF9-C0E0-441D-AF66-FFC480928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A0CB6-5F94-4290-B8F4-305FFD540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16A4E-C791-41FF-9D75-543FD9321C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9322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AC43B2-0D9D-42CF-A6C1-F3050ED33F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95C40A-E957-4FAD-86CF-1CA94B4C86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14D615-D4F1-464A-A815-AF5C013F5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7683F-9EE2-47D4-9FEB-D607C8597958}" type="datetimeFigureOut">
              <a:rPr lang="en-IN" smtClean="0"/>
              <a:t>22-01-2022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B075CD-055F-468F-839B-FA9377C10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B4CC32-06E1-4409-9C76-994184021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16A4E-C791-41FF-9D75-543FD9321C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0710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63D0FD-55BC-4205-8128-1B5BEC5EF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AD0570-D632-45B3-ACE6-58017F7DC7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E6073A-7100-4858-9C12-E50B6D6DC8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A7683F-9EE2-47D4-9FEB-D607C8597958}" type="datetimeFigureOut">
              <a:rPr lang="en-IN" smtClean="0"/>
              <a:t>22-01-2022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B329F2-B3BC-43CD-8B46-B32706C162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A72213-EC55-4E30-9B11-8A63BCB569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16A4E-C791-41FF-9D75-543FD9321C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603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4BFA5-B8FD-4D18-A086-9E046886C7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New </a:t>
            </a:r>
            <a:r>
              <a:rPr lang="en-IN"/>
              <a:t>change in </a:t>
            </a:r>
            <a:r>
              <a:rPr lang="en-IN" dirty="0"/>
              <a:t>dev branch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876FE9-510E-43C9-8591-D9B3A586AF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Author name </a:t>
            </a:r>
            <a:r>
              <a:rPr lang="en-IN"/>
              <a:t>Vidit Tayal</a:t>
            </a:r>
          </a:p>
        </p:txBody>
      </p:sp>
    </p:spTree>
    <p:extLst>
      <p:ext uri="{BB962C8B-B14F-4D97-AF65-F5344CB8AC3E}">
        <p14:creationId xmlns:p14="http://schemas.microsoft.com/office/powerpoint/2010/main" val="2495865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New change in dev branch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xyz</dc:title>
  <dc:creator>vidittayal@outlook.com</dc:creator>
  <cp:lastModifiedBy>vidittayal@outlook.com</cp:lastModifiedBy>
  <cp:revision>4</cp:revision>
  <dcterms:created xsi:type="dcterms:W3CDTF">2022-01-22T15:26:47Z</dcterms:created>
  <dcterms:modified xsi:type="dcterms:W3CDTF">2022-01-22T16:36:37Z</dcterms:modified>
</cp:coreProperties>
</file>